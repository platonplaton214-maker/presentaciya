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  <p:sldId id="258" r:id="rId6"/>
    <p:sldId id="259" r:id="rId7"/>
    <p:sldId id="260" r:id="rId8"/>
    <p:sldId id="261" r:id="rId9"/>
    <p:sldId id="262" r:id="rId10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  <a:srgbClr val="FFCC66"/>
    <a:srgbClr val="FFFF99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27" autoAdjust="0"/>
    <p:restoredTop sz="94660"/>
  </p:normalViewPr>
  <p:slideViewPr>
    <p:cSldViewPr>
      <p:cViewPr varScale="1">
        <p:scale>
          <a:sx n="160" d="100"/>
          <a:sy n="160" d="100"/>
        </p:scale>
        <p:origin x="1788" y="1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62EAD-5CD0-4158-827C-95AE095A87D1}" type="datetimeFigureOut">
              <a:rPr lang="es-ES" smtClean="0"/>
              <a:pPr/>
              <a:t>19/03/2026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0F5D5-275A-4C90-80D7-BDA977F9B13C}" type="slidenum">
              <a:rPr lang="es-ES" smtClean="0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 descr="Swirl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 rot="-480000" flipV="1">
            <a:off x="-1051054" y="-1261335"/>
            <a:ext cx="11183025" cy="9992555"/>
          </a:xfrm>
          <a:prstGeom prst="rect">
            <a:avLst/>
          </a:prstGeom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700" b="1">
                <a:ln>
                  <a:solidFill>
                    <a:sysClr val="windowText" lastClr="000000"/>
                  </a:solidFill>
                </a:ln>
                <a:solidFill>
                  <a:srgbClr val="FFFFCC"/>
                </a:solidFill>
                <a:effectLst>
                  <a:outerShdw blurRad="50800" dist="38100" dir="5400000" algn="t" rotWithShape="0">
                    <a:prstClr val="black"/>
                  </a:outerShdw>
                </a:effectLst>
                <a:latin typeface="Bookman Old Style" pitchFamily="18" charset="0"/>
              </a:defRPr>
            </a:lvl1pPr>
          </a:lstStyle>
          <a:p>
            <a:r>
              <a:rPr lang="ru-RU"/>
              <a:t>Образец заголовка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just">
              <a:defRPr sz="25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50800" dist="38100" algn="l" rotWithShape="0">
                    <a:prstClr val="black"/>
                  </a:outerShdw>
                </a:effectLst>
                <a:latin typeface="Bookman Old Style" pitchFamily="18" charset="0"/>
              </a:defRPr>
            </a:lvl1pPr>
            <a:lvl2pPr algn="just">
              <a:defRPr sz="2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50800" dist="38100" algn="l" rotWithShape="0">
                    <a:prstClr val="black"/>
                  </a:outerShdw>
                </a:effectLst>
                <a:latin typeface="Bookman Old Style" pitchFamily="18" charset="0"/>
              </a:defRPr>
            </a:lvl2pPr>
            <a:lvl3pPr algn="just">
              <a:defRPr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50800" dist="38100" algn="l" rotWithShape="0">
                    <a:prstClr val="black"/>
                  </a:outerShdw>
                </a:effectLst>
                <a:latin typeface="Bookman Old Style" pitchFamily="18" charset="0"/>
              </a:defRPr>
            </a:lvl3pPr>
            <a:lvl4pPr algn="just">
              <a:defRPr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50800" dist="38100" algn="l" rotWithShape="0">
                    <a:prstClr val="black"/>
                  </a:outerShdw>
                </a:effectLst>
                <a:latin typeface="Bookman Old Style" pitchFamily="18" charset="0"/>
              </a:defRPr>
            </a:lvl4pPr>
            <a:lvl5pPr algn="just">
              <a:defRPr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50800" dist="38100" algn="l" rotWithShape="0">
                    <a:prstClr val="black"/>
                  </a:outerShdw>
                </a:effectLst>
                <a:latin typeface="Bookman Old Style" pitchFamily="18" charset="0"/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s-ES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62EAD-5CD0-4158-827C-95AE095A87D1}" type="datetimeFigureOut">
              <a:rPr lang="es-ES" smtClean="0"/>
              <a:pPr/>
              <a:t>19/03/2026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0F5D5-275A-4C90-80D7-BDA977F9B13C}" type="slidenum">
              <a:rPr lang="es-ES" smtClean="0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62EAD-5CD0-4158-827C-95AE095A87D1}" type="datetimeFigureOut">
              <a:rPr lang="es-ES" smtClean="0"/>
              <a:pPr/>
              <a:t>19/03/2026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0F5D5-275A-4C90-80D7-BDA977F9B13C}" type="slidenum">
              <a:rPr lang="es-ES" smtClean="0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s-E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62EAD-5CD0-4158-827C-95AE095A87D1}" type="datetimeFigureOut">
              <a:rPr lang="es-ES" smtClean="0"/>
              <a:pPr/>
              <a:t>19/03/2026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0F5D5-275A-4C90-80D7-BDA977F9B13C}" type="slidenum">
              <a:rPr lang="es-ES" smtClean="0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s-E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62EAD-5CD0-4158-827C-95AE095A87D1}" type="datetimeFigureOut">
              <a:rPr lang="es-ES" smtClean="0"/>
              <a:pPr/>
              <a:t>19/03/2026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0F5D5-275A-4C90-80D7-BDA977F9B13C}" type="slidenum">
              <a:rPr lang="es-ES" smtClean="0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62EAD-5CD0-4158-827C-95AE095A87D1}" type="datetimeFigureOut">
              <a:rPr lang="es-ES" smtClean="0"/>
              <a:pPr/>
              <a:t>19/03/2026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0F5D5-275A-4C90-80D7-BDA977F9B13C}" type="slidenum">
              <a:rPr lang="es-ES" smtClean="0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62EAD-5CD0-4158-827C-95AE095A87D1}" type="datetimeFigureOut">
              <a:rPr lang="es-ES" smtClean="0"/>
              <a:pPr/>
              <a:t>19/03/2026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0F5D5-275A-4C90-80D7-BDA977F9B13C}" type="slidenum">
              <a:rPr lang="es-ES" smtClean="0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62EAD-5CD0-4158-827C-95AE095A87D1}" type="datetimeFigureOut">
              <a:rPr lang="es-ES" smtClean="0"/>
              <a:pPr/>
              <a:t>19/03/2026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0F5D5-275A-4C90-80D7-BDA977F9B13C}" type="slidenum">
              <a:rPr lang="es-ES" smtClean="0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62EAD-5CD0-4158-827C-95AE095A87D1}" type="datetimeFigureOut">
              <a:rPr lang="es-ES" smtClean="0"/>
              <a:pPr/>
              <a:t>19/03/2026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0F5D5-275A-4C90-80D7-BDA977F9B13C}" type="slidenum">
              <a:rPr lang="es-ES" smtClean="0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62EAD-5CD0-4158-827C-95AE095A87D1}" type="datetimeFigureOut">
              <a:rPr lang="es-ES" smtClean="0"/>
              <a:pPr/>
              <a:t>19/03/2026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0F5D5-275A-4C90-80D7-BDA977F9B13C}" type="slidenum">
              <a:rPr lang="es-ES" smtClean="0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62EAD-5CD0-4158-827C-95AE095A87D1}" type="datetimeFigureOut">
              <a:rPr lang="es-ES" smtClean="0"/>
              <a:pPr/>
              <a:t>19/03/2026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0F5D5-275A-4C90-80D7-BDA977F9B13C}" type="slidenum">
              <a:rPr lang="es-ES" smtClean="0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C:\Documents and Settings\Usuario\Mis documentos\binary.jpg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E62EAD-5CD0-4158-827C-95AE095A87D1}" type="datetimeFigureOut">
              <a:rPr lang="es-ES" smtClean="0"/>
              <a:pPr/>
              <a:t>19/03/2026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50F5D5-275A-4C90-80D7-BDA977F9B13C}" type="slidenum">
              <a:rPr lang="es-ES" smtClean="0"/>
              <a:pPr/>
              <a:t>‹#›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51520" y="-963488"/>
            <a:ext cx="8363272" cy="3514402"/>
          </a:xfrm>
        </p:spPr>
        <p:txBody>
          <a:bodyPr/>
          <a:lstStyle/>
          <a:p>
            <a:r>
              <a:rPr lang="ru-RU" sz="3200" dirty="0">
                <a:cs typeface="Arial" panose="020B0604020202020204" pitchFamily="34" charset="0"/>
              </a:rPr>
              <a:t>Тема проекта</a:t>
            </a:r>
            <a:r>
              <a:rPr lang="en-US" sz="3200" dirty="0">
                <a:cs typeface="Arial" panose="020B0604020202020204" pitchFamily="34" charset="0"/>
              </a:rPr>
              <a:t>: </a:t>
            </a:r>
            <a:r>
              <a:rPr lang="ru-RU" sz="3200" dirty="0">
                <a:cs typeface="Arial" panose="020B0604020202020204" pitchFamily="34" charset="0"/>
              </a:rPr>
              <a:t>создание кода на </a:t>
            </a:r>
            <a:r>
              <a:rPr lang="en-US" sz="3200" dirty="0">
                <a:cs typeface="Arial" panose="020B0604020202020204" pitchFamily="34" charset="0"/>
              </a:rPr>
              <a:t>python </a:t>
            </a:r>
            <a:r>
              <a:rPr lang="ru-RU" sz="3200" dirty="0">
                <a:cs typeface="Arial" panose="020B0604020202020204" pitchFamily="34" charset="0"/>
              </a:rPr>
              <a:t>который шифрует и дешифрует изображения.</a:t>
            </a:r>
            <a:endParaRPr lang="es-ES" sz="3200" dirty="0">
              <a:cs typeface="Arial" panose="020B0604020202020204" pitchFamily="34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0" y="6309320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Шкурин Платон ИП-63</a:t>
            </a:r>
            <a:endParaRPr lang="es-E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1E239E-74AC-4C04-9768-50353FE7C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84584" y="-99392"/>
            <a:ext cx="8229600" cy="1143000"/>
          </a:xfrm>
        </p:spPr>
        <p:txBody>
          <a:bodyPr/>
          <a:lstStyle/>
          <a:p>
            <a:r>
              <a:rPr lang="ru-RU" dirty="0"/>
              <a:t>Зачем и какой смысл.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6E8771A-4EAC-4411-813A-270412203E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908720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Есть несколько ситуаций где шифратор изображений действительно нужен. </a:t>
            </a:r>
          </a:p>
          <a:p>
            <a:pPr marL="457200" indent="-457200">
              <a:buAutoNum type="arabicPeriod"/>
            </a:pPr>
            <a:r>
              <a:rPr lang="ru-RU" dirty="0"/>
              <a:t>Взлом облачного хранилища</a:t>
            </a:r>
          </a:p>
          <a:p>
            <a:pPr marL="457200" indent="-457200">
              <a:buAutoNum type="arabicPeriod"/>
            </a:pPr>
            <a:r>
              <a:rPr lang="ru-RU" dirty="0"/>
              <a:t>Шпионаж</a:t>
            </a:r>
          </a:p>
          <a:p>
            <a:pPr marL="457200" indent="-457200">
              <a:buAutoNum type="arabicPeriod"/>
            </a:pPr>
            <a:r>
              <a:rPr lang="ru-RU" dirty="0"/>
              <a:t>Перехват данных.</a:t>
            </a:r>
          </a:p>
          <a:p>
            <a:pPr marL="457200" indent="-457200">
              <a:buAutoNum type="arabicPeriod"/>
            </a:pPr>
            <a:r>
              <a:rPr lang="ru-RU" dirty="0"/>
              <a:t>Защита авторского права</a:t>
            </a:r>
            <a:endParaRPr lang="en-US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328533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282D9B-A8CF-44B6-AA12-9FD794B38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44624"/>
            <a:ext cx="8229600" cy="1143000"/>
          </a:xfrm>
        </p:spPr>
        <p:txBody>
          <a:bodyPr/>
          <a:lstStyle/>
          <a:p>
            <a:r>
              <a:rPr lang="ru-RU" dirty="0"/>
              <a:t>Использованные программы</a:t>
            </a:r>
            <a:r>
              <a:rPr lang="en-US" dirty="0"/>
              <a:t>.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0C3FFE8-5242-458D-A584-90A241AD8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Код будет выполнен на языке </a:t>
            </a:r>
            <a:r>
              <a:rPr lang="en-US" dirty="0"/>
              <a:t>Python,</a:t>
            </a:r>
            <a:r>
              <a:rPr lang="ru-RU" dirty="0"/>
              <a:t> также будет использована библиотека </a:t>
            </a:r>
            <a:r>
              <a:rPr lang="en-US" dirty="0"/>
              <a:t>PIL,</a:t>
            </a:r>
            <a:r>
              <a:rPr lang="ru-RU" dirty="0"/>
              <a:t> и сердце нашего кода операция </a:t>
            </a:r>
            <a:r>
              <a:rPr lang="en-US" dirty="0"/>
              <a:t>XOR, </a:t>
            </a:r>
            <a:r>
              <a:rPr lang="ru-RU" dirty="0"/>
              <a:t>так как если применить его дважды можно получить исходное изображение</a:t>
            </a:r>
          </a:p>
        </p:txBody>
      </p:sp>
    </p:spTree>
    <p:extLst>
      <p:ext uri="{BB962C8B-B14F-4D97-AF65-F5344CB8AC3E}">
        <p14:creationId xmlns:p14="http://schemas.microsoft.com/office/powerpoint/2010/main" val="1819303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9B2A8F-D1C0-4ECB-B263-5BBE6B50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это работает?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0FA19AA-5A37-41B5-B0A5-46CC147A55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Сначала берётся картинка, и разбивается на пиксели</a:t>
            </a:r>
          </a:p>
          <a:p>
            <a:r>
              <a:rPr lang="ru-RU" dirty="0"/>
              <a:t>Затем берём ключ</a:t>
            </a:r>
          </a:p>
          <a:p>
            <a:r>
              <a:rPr lang="ru-RU" dirty="0"/>
              <a:t>Шифруем изображение с помощью ключа и операции </a:t>
            </a:r>
            <a:r>
              <a:rPr lang="en-US" dirty="0"/>
              <a:t>XOR</a:t>
            </a:r>
          </a:p>
          <a:p>
            <a:r>
              <a:rPr lang="ru-RU" dirty="0"/>
              <a:t>Берём получившийся рисунок, и если нужно дешифруем операцией </a:t>
            </a:r>
            <a:r>
              <a:rPr lang="en-US" dirty="0"/>
              <a:t>XOR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532386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52DBBA-6F76-4FF3-BC41-33919C902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Схема реализации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9A42F7-B49F-4ABB-8863-2B6B7E1D51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1неделя</a:t>
            </a:r>
            <a:r>
              <a:rPr lang="en-US" dirty="0"/>
              <a:t>: </a:t>
            </a:r>
            <a:r>
              <a:rPr lang="ru-RU" dirty="0"/>
              <a:t>Создание презентации и установка программы </a:t>
            </a:r>
            <a:r>
              <a:rPr lang="en-US" dirty="0"/>
              <a:t>PyCharm</a:t>
            </a:r>
          </a:p>
          <a:p>
            <a:pPr marL="0" indent="0">
              <a:buNone/>
            </a:pPr>
            <a:r>
              <a:rPr lang="en-US" dirty="0"/>
              <a:t>2</a:t>
            </a:r>
            <a:r>
              <a:rPr lang="ru-RU" dirty="0"/>
              <a:t>-я неделя</a:t>
            </a:r>
            <a:r>
              <a:rPr lang="en-US" dirty="0"/>
              <a:t>: </a:t>
            </a:r>
            <a:r>
              <a:rPr lang="ru-RU" dirty="0"/>
              <a:t>Написание кода, тестирование программы</a:t>
            </a:r>
            <a:r>
              <a:rPr lang="en-US" dirty="0"/>
              <a:t>,</a:t>
            </a:r>
            <a:r>
              <a:rPr lang="ru-RU" dirty="0"/>
              <a:t> и подготовка к предзащите проекта</a:t>
            </a:r>
          </a:p>
          <a:p>
            <a:pPr marL="0" indent="0">
              <a:buNone/>
            </a:pPr>
            <a:r>
              <a:rPr lang="ru-RU" dirty="0"/>
              <a:t>3-я неделя</a:t>
            </a:r>
            <a:r>
              <a:rPr lang="en-US" dirty="0"/>
              <a:t>: </a:t>
            </a:r>
            <a:r>
              <a:rPr lang="ru-RU" dirty="0"/>
              <a:t>Предзащита проекта и работа над ошибками</a:t>
            </a:r>
            <a:r>
              <a:rPr lang="en-US" dirty="0"/>
              <a:t>, </a:t>
            </a:r>
            <a:r>
              <a:rPr lang="ru-RU" dirty="0"/>
              <a:t>а также проектом.</a:t>
            </a:r>
          </a:p>
          <a:p>
            <a:pPr marL="0" indent="0">
              <a:buNone/>
            </a:pPr>
            <a:r>
              <a:rPr lang="ru-RU" dirty="0"/>
              <a:t>4-я неделя</a:t>
            </a:r>
            <a:r>
              <a:rPr lang="en-US" dirty="0"/>
              <a:t>:</a:t>
            </a:r>
            <a:r>
              <a:rPr lang="ru-RU" dirty="0"/>
              <a:t> Подготовка к защите проекта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ru-RU" dirty="0"/>
              <a:t>5-я неделя</a:t>
            </a:r>
            <a:r>
              <a:rPr lang="en-US" dirty="0"/>
              <a:t>: </a:t>
            </a:r>
            <a:r>
              <a:rPr lang="ru-RU" dirty="0"/>
              <a:t>Защита проекта.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16399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BC7CC0-F90C-4D8B-A47D-635DECD33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08920"/>
            <a:ext cx="8229600" cy="1143000"/>
          </a:xfrm>
        </p:spPr>
        <p:txBody>
          <a:bodyPr/>
          <a:lstStyle/>
          <a:p>
            <a:r>
              <a:rPr lang="ru-RU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2781417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provalStatus xmlns="9d035d7d-02e5-4a00-8b62-9a556aabc7b5">ApprovedAutomatic</ApprovalStatus>
    <BlockPublish xmlns="9d035d7d-02e5-4a00-8b62-9a556aabc7b5" xsi:nil="true"/>
    <EditorialTags xmlns="9d035d7d-02e5-4a00-8b62-9a556aabc7b5" xsi:nil="true"/>
    <MarketSpecific xmlns="9d035d7d-02e5-4a00-8b62-9a556aabc7b5" xsi:nil="true"/>
    <TPLaunchHelpLinkType xmlns="9d035d7d-02e5-4a00-8b62-9a556aabc7b5">Template</TPLaunchHelpLinkType>
    <TPNamespace xmlns="9d035d7d-02e5-4a00-8b62-9a556aabc7b5" xsi:nil="true"/>
    <TemplateTemplateType xmlns="9d035d7d-02e5-4a00-8b62-9a556aabc7b5">PowerPoint 12 Default</TemplateTemplateType>
    <UANotes xmlns="9d035d7d-02e5-4a00-8b62-9a556aabc7b5" xsi:nil="true"/>
    <VoteCount xmlns="9d035d7d-02e5-4a00-8b62-9a556aabc7b5" xsi:nil="true"/>
    <HandoffToMSDN xmlns="9d035d7d-02e5-4a00-8b62-9a556aabc7b5" xsi:nil="true"/>
    <OriginAsset xmlns="9d035d7d-02e5-4a00-8b62-9a556aabc7b5" xsi:nil="true"/>
    <PublishTargets xmlns="9d035d7d-02e5-4a00-8b62-9a556aabc7b5">OfficeOnline</PublishTargets>
    <AssetType xmlns="9d035d7d-02e5-4a00-8b62-9a556aabc7b5" xsi:nil="true"/>
    <IntlLangReview xmlns="9d035d7d-02e5-4a00-8b62-9a556aabc7b5" xsi:nil="true"/>
    <NumericId xmlns="9d035d7d-02e5-4a00-8b62-9a556aabc7b5" xsi:nil="true"/>
    <OOCacheId xmlns="9d035d7d-02e5-4a00-8b62-9a556aabc7b5">9e092d88-d800-482b-a718-72be3d295f6b</OOCacheId>
    <ClipArtFilename xmlns="9d035d7d-02e5-4a00-8b62-9a556aabc7b5" xsi:nil="true"/>
    <OpenTemplate xmlns="9d035d7d-02e5-4a00-8b62-9a556aabc7b5">true</OpenTemplate>
    <TPExecutable xmlns="9d035d7d-02e5-4a00-8b62-9a556aabc7b5" xsi:nil="true"/>
    <LastHandOff xmlns="9d035d7d-02e5-4a00-8b62-9a556aabc7b5" xsi:nil="true"/>
    <TPLaunchHelpLink xmlns="9d035d7d-02e5-4a00-8b62-9a556aabc7b5" xsi:nil="true"/>
    <Providers xmlns="9d035d7d-02e5-4a00-8b62-9a556aabc7b5">1|PN101970760| | </Providers>
    <TPAppVersion xmlns="9d035d7d-02e5-4a00-8b62-9a556aabc7b5" xsi:nil="true"/>
    <IsSearchable xmlns="9d035d7d-02e5-4a00-8b62-9a556aabc7b5">false</IsSearchable>
    <EditorialStatus xmlns="9d035d7d-02e5-4a00-8b62-9a556aabc7b5">Complete</EditorialStatus>
    <UALocComments xmlns="9d035d7d-02e5-4a00-8b62-9a556aabc7b5" xsi:nil="true"/>
    <CSXHash xmlns="9d035d7d-02e5-4a00-8b62-9a556aabc7b5">dnhfFyHT/hIYVhQa4y7bg+BfaWdHWD/OaVVEabPh7GU=</CSXHash>
    <DirectSourceMarket xmlns="9d035d7d-02e5-4a00-8b62-9a556aabc7b5" xsi:nil="true"/>
    <DSATActionTaken xmlns="9d035d7d-02e5-4a00-8b62-9a556aabc7b5" xsi:nil="true"/>
    <PolicheckWords xmlns="9d035d7d-02e5-4a00-8b62-9a556aabc7b5" xsi:nil="true"/>
    <BugNumber xmlns="9d035d7d-02e5-4a00-8b62-9a556aabc7b5" xsi:nil="true"/>
    <Downloads xmlns="9d035d7d-02e5-4a00-8b62-9a556aabc7b5">0</Downloads>
    <ThumbnailAssetId xmlns="9d035d7d-02e5-4a00-8b62-9a556aabc7b5" xsi:nil="true"/>
    <TrustLevel xmlns="9d035d7d-02e5-4a00-8b62-9a556aabc7b5">2 Community Trusted</TrustLevel>
    <UALocRecommendation xmlns="9d035d7d-02e5-4a00-8b62-9a556aabc7b5">Localize</UALocRecommendation>
    <TPApplication xmlns="9d035d7d-02e5-4a00-8b62-9a556aabc7b5" xsi:nil="true"/>
    <AssetId xmlns="9d035d7d-02e5-4a00-8b62-9a556aabc7b5">TP102488126</AssetId>
    <APEditor xmlns="9d035d7d-02e5-4a00-8b62-9a556aabc7b5">
      <UserInfo>
        <DisplayName/>
        <AccountId xsi:nil="true"/>
        <AccountType/>
      </UserInfo>
    </APEditor>
    <PrimaryImageGen xmlns="9d035d7d-02e5-4a00-8b62-9a556aabc7b5">true</PrimaryImageGen>
    <TPInstallLocation xmlns="9d035d7d-02e5-4a00-8b62-9a556aabc7b5" xsi:nil="true"/>
    <Manager xmlns="9d035d7d-02e5-4a00-8b62-9a556aabc7b5" xsi:nil="true"/>
    <ParentAssetId xmlns="9d035d7d-02e5-4a00-8b62-9a556aabc7b5">TC102488127</ParentAssetId>
    <SubmitterId xmlns="9d035d7d-02e5-4a00-8b62-9a556aabc7b5">S-1-10-0-6-35757-842399744</SubmitterId>
    <TemplateStatus xmlns="9d035d7d-02e5-4a00-8b62-9a556aabc7b5" xsi:nil="true"/>
    <APAuthor xmlns="9d035d7d-02e5-4a00-8b62-9a556aabc7b5">
      <UserInfo>
        <DisplayName/>
        <AccountId>555</AccountId>
        <AccountType/>
      </UserInfo>
    </APAuthor>
    <TPCommandLine xmlns="9d035d7d-02e5-4a00-8b62-9a556aabc7b5" xsi:nil="true"/>
    <APDescription xmlns="9d035d7d-02e5-4a00-8b62-9a556aabc7b5" xsi:nil="true"/>
    <UAProjectedTotalWords xmlns="9d035d7d-02e5-4a00-8b62-9a556aabc7b5" xsi:nil="true"/>
    <Provider xmlns="9d035d7d-02e5-4a00-8b62-9a556aabc7b5" xsi:nil="true"/>
    <ApprovalLog xmlns="9d035d7d-02e5-4a00-8b62-9a556aabc7b5" xsi:nil="true"/>
    <Component xmlns="91e8d559-4d54-460d-ba58-5d5027f88b4d" xsi:nil="true"/>
    <LastPublishResultLookup xmlns="9d035d7d-02e5-4a00-8b62-9a556aabc7b5" xsi:nil="true"/>
    <BusinessGroup xmlns="9d035d7d-02e5-4a00-8b62-9a556aabc7b5" xsi:nil="true"/>
    <PublishStatusLookup xmlns="9d035d7d-02e5-4a00-8b62-9a556aabc7b5">
      <Value>282246</Value>
      <Value>423841</Value>
    </PublishStatusLookup>
    <SourceTitle xmlns="9d035d7d-02e5-4a00-8b62-9a556aabc7b5" xsi:nil="true"/>
    <AcquiredFrom xmlns="9d035d7d-02e5-4a00-8b62-9a556aabc7b5">Internal MS</AcquiredFrom>
    <CSXSubmissionMarket xmlns="9d035d7d-02e5-4a00-8b62-9a556aabc7b5">3</CSXSubmissionMarket>
    <Markets xmlns="9d035d7d-02e5-4a00-8b62-9a556aabc7b5">
      <Value>3</Value>
    </Markets>
    <OriginalSourceMarket xmlns="9d035d7d-02e5-4a00-8b62-9a556aabc7b5" xsi:nil="true"/>
    <ArtSampleDocs xmlns="9d035d7d-02e5-4a00-8b62-9a556aabc7b5" xsi:nil="true"/>
    <ShowIn xmlns="9d035d7d-02e5-4a00-8b62-9a556aabc7b5">Show everywhere</ShowIn>
    <TPClientViewer xmlns="9d035d7d-02e5-4a00-8b62-9a556aabc7b5" xsi:nil="true"/>
    <IntlLangReviewDate xmlns="9d035d7d-02e5-4a00-8b62-9a556aabc7b5" xsi:nil="true"/>
    <TPFriendlyName xmlns="9d035d7d-02e5-4a00-8b62-9a556aabc7b5" xsi:nil="true"/>
    <AverageRating xmlns="9d035d7d-02e5-4a00-8b62-9a556aabc7b5" xsi:nil="true"/>
    <AssetStart xmlns="9d035d7d-02e5-4a00-8b62-9a556aabc7b5">2011-01-19T13:01:52+00:00</AssetStart>
    <TPComponent xmlns="9d035d7d-02e5-4a00-8b62-9a556aabc7b5" xsi:nil="true"/>
    <CrawlForDependencies xmlns="9d035d7d-02e5-4a00-8b62-9a556aabc7b5">false</CrawlForDependencies>
    <FriendlyTitle xmlns="9d035d7d-02e5-4a00-8b62-9a556aabc7b5" xsi:nil="true"/>
    <LastModifiedDateTime xmlns="9d035d7d-02e5-4a00-8b62-9a556aabc7b5" xsi:nil="true"/>
    <LegacyData xmlns="9d035d7d-02e5-4a00-8b62-9a556aabc7b5" xsi:nil="true"/>
    <Milestone xmlns="9d035d7d-02e5-4a00-8b62-9a556aabc7b5" xsi:nil="true"/>
    <TimesCloned xmlns="9d035d7d-02e5-4a00-8b62-9a556aabc7b5" xsi:nil="true"/>
    <ContentItem xmlns="9d035d7d-02e5-4a00-8b62-9a556aabc7b5" xsi:nil="true"/>
    <IsDeleted xmlns="9d035d7d-02e5-4a00-8b62-9a556aabc7b5">false</IsDeleted>
    <UACurrentWords xmlns="9d035d7d-02e5-4a00-8b62-9a556aabc7b5" xsi:nil="true"/>
    <AssetExpire xmlns="9d035d7d-02e5-4a00-8b62-9a556aabc7b5">2100-01-01T00:00:00+00:00</AssetExpire>
    <Description0 xmlns="91e8d559-4d54-460d-ba58-5d5027f88b4d" xsi:nil="true"/>
    <MachineTranslated xmlns="9d035d7d-02e5-4a00-8b62-9a556aabc7b5">false</MachineTranslated>
    <OutputCachingOn xmlns="9d035d7d-02e5-4a00-8b62-9a556aabc7b5">false</OutputCachingOn>
    <PlannedPubDate xmlns="9d035d7d-02e5-4a00-8b62-9a556aabc7b5" xsi:nil="true"/>
    <CSXUpdate xmlns="9d035d7d-02e5-4a00-8b62-9a556aabc7b5">false</CSXUpdate>
    <IntlLangReviewer xmlns="9d035d7d-02e5-4a00-8b62-9a556aabc7b5" xsi:nil="true"/>
    <IntlLocPriority xmlns="9d035d7d-02e5-4a00-8b62-9a556aabc7b5" xsi:nil="true"/>
    <CSXSubmissionDate xmlns="9d035d7d-02e5-4a00-8b62-9a556aabc7b5">2011-01-19T13:01:52+00:00</CSXSubmissionDate>
    <InternalTagsTaxHTField0 xmlns="9d035d7d-02e5-4a00-8b62-9a556aabc7b5">
      <Terms xmlns="http://schemas.microsoft.com/office/infopath/2007/PartnerControls"/>
    </InternalTagsTaxHTField0>
    <LocComments xmlns="9d035d7d-02e5-4a00-8b62-9a556aabc7b5" xsi:nil="true"/>
    <LocProcessedForMarketsLookup xmlns="9d035d7d-02e5-4a00-8b62-9a556aabc7b5" xsi:nil="true"/>
    <LocOverallHandbackStatusLookup xmlns="9d035d7d-02e5-4a00-8b62-9a556aabc7b5" xsi:nil="true"/>
    <LocLastLocAttemptVersionLookup xmlns="9d035d7d-02e5-4a00-8b62-9a556aabc7b5">817</LocLastLocAttemptVersionLookup>
    <LocNewPublishedVersionLookup xmlns="9d035d7d-02e5-4a00-8b62-9a556aabc7b5" xsi:nil="true"/>
    <LocProcessedForHandoffsLookup xmlns="9d035d7d-02e5-4a00-8b62-9a556aabc7b5" xsi:nil="true"/>
    <CampaignTagsTaxHTField0 xmlns="9d035d7d-02e5-4a00-8b62-9a556aabc7b5">
      <Terms xmlns="http://schemas.microsoft.com/office/infopath/2007/PartnerControls"/>
    </CampaignTagsTaxHTField0>
    <LocLastLocAttemptVersionTypeLookup xmlns="9d035d7d-02e5-4a00-8b62-9a556aabc7b5" xsi:nil="true"/>
    <LocOverallLocStatusLookup xmlns="9d035d7d-02e5-4a00-8b62-9a556aabc7b5" xsi:nil="true"/>
    <TaxCatchAll xmlns="9d035d7d-02e5-4a00-8b62-9a556aabc7b5"/>
    <LocRecommendedHandoff xmlns="9d035d7d-02e5-4a00-8b62-9a556aabc7b5" xsi:nil="true"/>
    <LocalizationTagsTaxHTField0 xmlns="9d035d7d-02e5-4a00-8b62-9a556aabc7b5">
      <Terms xmlns="http://schemas.microsoft.com/office/infopath/2007/PartnerControls"/>
    </LocalizationTagsTaxHTField0>
    <LocPublishedDependentAssetsLookup xmlns="9d035d7d-02e5-4a00-8b62-9a556aabc7b5" xsi:nil="true"/>
    <LocPublishedLinkedAssetsLookup xmlns="9d035d7d-02e5-4a00-8b62-9a556aabc7b5" xsi:nil="true"/>
    <RecommendationsModifier xmlns="9d035d7d-02e5-4a00-8b62-9a556aabc7b5" xsi:nil="true"/>
    <LocManualTestRequired xmlns="9d035d7d-02e5-4a00-8b62-9a556aabc7b5" xsi:nil="true"/>
    <ScenarioTagsTaxHTField0 xmlns="9d035d7d-02e5-4a00-8b62-9a556aabc7b5">
      <Terms xmlns="http://schemas.microsoft.com/office/infopath/2007/PartnerControls"/>
    </ScenarioTagsTaxHTField0>
    <FeatureTagsTaxHTField0 xmlns="9d035d7d-02e5-4a00-8b62-9a556aabc7b5">
      <Terms xmlns="http://schemas.microsoft.com/office/infopath/2007/PartnerControls"/>
    </FeatureTagsTaxHTField0>
    <LocOverallPreviewStatusLookup xmlns="9d035d7d-02e5-4a00-8b62-9a556aabc7b5" xsi:nil="true"/>
    <LocOverallPublishStatusLookup xmlns="9d035d7d-02e5-4a00-8b62-9a556aabc7b5" xsi:nil="true"/>
    <OriginalRelease xmlns="9d035d7d-02e5-4a00-8b62-9a556aabc7b5">14</OriginalRelease>
    <LocMarketGroupTiers2 xmlns="9d035d7d-02e5-4a00-8b62-9a556aabc7b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BB2780C3CC07BD4BAA623FF9571645580400D1570604EA743043A2641365C0E91715" ma:contentTypeVersion="55" ma:contentTypeDescription="Create a new document." ma:contentTypeScope="" ma:versionID="2c496a0f341a72d7e8cbd42eb499a6d4">
  <xsd:schema xmlns:xsd="http://www.w3.org/2001/XMLSchema" xmlns:xs="http://www.w3.org/2001/XMLSchema" xmlns:p="http://schemas.microsoft.com/office/2006/metadata/properties" xmlns:ns2="9d035d7d-02e5-4a00-8b62-9a556aabc7b5" xmlns:ns3="91e8d559-4d54-460d-ba58-5d5027f88b4d" targetNamespace="http://schemas.microsoft.com/office/2006/metadata/properties" ma:root="true" ma:fieldsID="2bcea688bd265da693c2f253e50f4ab0" ns2:_="" ns3:_="">
    <xsd:import namespace="9d035d7d-02e5-4a00-8b62-9a556aabc7b5"/>
    <xsd:import namespace="91e8d559-4d54-460d-ba58-5d5027f88b4d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  <xsd:element ref="ns3:Description0" minOccurs="0"/>
                <xsd:element ref="ns3:Compon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035d7d-02e5-4a00-8b62-9a556aabc7b5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0:00:00Z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dc117081-80f4-4e10-b46d-e6dc6854316c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41FC7ADF-4C62-4413-95B2-CDE72C4AD396}" ma:internalName="CSXSubmissionMarket" ma:readOnly="false" ma:showField="MarketName" ma:web="9d035d7d-02e5-4a00-8b62-9a556aabc7b5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5e663266-dbf1-446f-b076-28feab654dae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CD722278-12DA-4BA9-B56C-2624CA46C480}" ma:internalName="InProjectListLookup" ma:readOnly="true" ma:showField="InProjectList" ma:web="9d035d7d-02e5-4a00-8b62-9a556aabc7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65226a81-6f17-445b-9321-8ea42e2eee04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CD722278-12DA-4BA9-B56C-2624CA46C480}" ma:internalName="LastCompleteVersionLookup" ma:readOnly="true" ma:showField="LastCompleteVersion" ma:web="9d035d7d-02e5-4a00-8b62-9a556aabc7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CD722278-12DA-4BA9-B56C-2624CA46C480}" ma:internalName="LastPreviewErrorLookup" ma:readOnly="true" ma:showField="LastPreviewError" ma:web="9d035d7d-02e5-4a00-8b62-9a556aabc7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CD722278-12DA-4BA9-B56C-2624CA46C480}" ma:internalName="LastPreviewResultLookup" ma:readOnly="true" ma:showField="LastPreviewResult" ma:web="9d035d7d-02e5-4a00-8b62-9a556aabc7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CD722278-12DA-4BA9-B56C-2624CA46C480}" ma:internalName="LastPreviewAttemptDateLookup" ma:readOnly="true" ma:showField="LastPreviewAttemptDate" ma:web="9d035d7d-02e5-4a00-8b62-9a556aabc7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CD722278-12DA-4BA9-B56C-2624CA46C480}" ma:internalName="LastPreviewedByLookup" ma:readOnly="true" ma:showField="LastPreviewedBy" ma:web="9d035d7d-02e5-4a00-8b62-9a556aabc7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CD722278-12DA-4BA9-B56C-2624CA46C480}" ma:internalName="LastPreviewTimeLookup" ma:readOnly="true" ma:showField="LastPreviewTime" ma:web="9d035d7d-02e5-4a00-8b62-9a556aabc7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CD722278-12DA-4BA9-B56C-2624CA46C480}" ma:internalName="LastPreviewVersionLookup" ma:readOnly="true" ma:showField="LastPreviewVersion" ma:web="9d035d7d-02e5-4a00-8b62-9a556aabc7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CD722278-12DA-4BA9-B56C-2624CA46C480}" ma:internalName="LastPublishErrorLookup" ma:readOnly="true" ma:showField="LastPublishError" ma:web="9d035d7d-02e5-4a00-8b62-9a556aabc7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CD722278-12DA-4BA9-B56C-2624CA46C480}" ma:internalName="LastPublishResultLookup" ma:readOnly="true" ma:showField="LastPublishResult" ma:web="9d035d7d-02e5-4a00-8b62-9a556aabc7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CD722278-12DA-4BA9-B56C-2624CA46C480}" ma:internalName="LastPublishAttemptDateLookup" ma:readOnly="true" ma:showField="LastPublishAttemptDate" ma:web="9d035d7d-02e5-4a00-8b62-9a556aabc7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CD722278-12DA-4BA9-B56C-2624CA46C480}" ma:internalName="LastPublishedByLookup" ma:readOnly="true" ma:showField="LastPublishedBy" ma:web="9d035d7d-02e5-4a00-8b62-9a556aabc7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CD722278-12DA-4BA9-B56C-2624CA46C480}" ma:internalName="LastPublishTimeLookup" ma:readOnly="true" ma:showField="LastPublishTime" ma:web="9d035d7d-02e5-4a00-8b62-9a556aabc7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CD722278-12DA-4BA9-B56C-2624CA46C480}" ma:internalName="LastPublishVersionLookup" ma:readOnly="true" ma:showField="LastPublishVersion" ma:web="9d035d7d-02e5-4a00-8b62-9a556aabc7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B116CC8E-FCD3-4331-849C-1BF4DB8052AE}" ma:internalName="LocLastLocAttemptVersionLookup" ma:readOnly="false" ma:showField="LastLocAttemptVersion" ma:web="9d035d7d-02e5-4a00-8b62-9a556aabc7b5">
      <xsd:simpleType>
        <xsd:restriction base="dms:Lookup"/>
      </xsd:simpleType>
    </xsd:element>
    <xsd:element name="LocLastLocAttemptVersionTypeLookup" ma:index="72" nillable="true" ma:displayName="Loc Last Loc Attempt Version Type" ma:default="" ma:list="{B116CC8E-FCD3-4331-849C-1BF4DB8052AE}" ma:internalName="LocLastLocAttemptVersionTypeLookup" ma:readOnly="true" ma:showField="LastLocAttemptVersionType" ma:web="9d035d7d-02e5-4a00-8b62-9a556aabc7b5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B116CC8E-FCD3-4331-849C-1BF4DB8052AE}" ma:internalName="LocNewPublishedVersionLookup" ma:readOnly="true" ma:showField="NewPublishedVersion" ma:web="9d035d7d-02e5-4a00-8b62-9a556aabc7b5">
      <xsd:simpleType>
        <xsd:restriction base="dms:Lookup"/>
      </xsd:simpleType>
    </xsd:element>
    <xsd:element name="LocOverallHandbackStatusLookup" ma:index="76" nillable="true" ma:displayName="Loc Overall Handback Status" ma:default="" ma:list="{B116CC8E-FCD3-4331-849C-1BF4DB8052AE}" ma:internalName="LocOverallHandbackStatusLookup" ma:readOnly="true" ma:showField="OverallHandbackStatus" ma:web="9d035d7d-02e5-4a00-8b62-9a556aabc7b5">
      <xsd:simpleType>
        <xsd:restriction base="dms:Lookup"/>
      </xsd:simpleType>
    </xsd:element>
    <xsd:element name="LocOverallLocStatusLookup" ma:index="77" nillable="true" ma:displayName="Loc Overall Localize Status" ma:default="" ma:list="{B116CC8E-FCD3-4331-849C-1BF4DB8052AE}" ma:internalName="LocOverallLocStatusLookup" ma:readOnly="true" ma:showField="OverallLocStatus" ma:web="9d035d7d-02e5-4a00-8b62-9a556aabc7b5">
      <xsd:simpleType>
        <xsd:restriction base="dms:Lookup"/>
      </xsd:simpleType>
    </xsd:element>
    <xsd:element name="LocOverallPreviewStatusLookup" ma:index="78" nillable="true" ma:displayName="Loc Overall Preview Status" ma:default="" ma:list="{B116CC8E-FCD3-4331-849C-1BF4DB8052AE}" ma:internalName="LocOverallPreviewStatusLookup" ma:readOnly="true" ma:showField="OverallPreviewStatus" ma:web="9d035d7d-02e5-4a00-8b62-9a556aabc7b5">
      <xsd:simpleType>
        <xsd:restriction base="dms:Lookup"/>
      </xsd:simpleType>
    </xsd:element>
    <xsd:element name="LocOverallPublishStatusLookup" ma:index="79" nillable="true" ma:displayName="Loc Overall Publish Status" ma:default="" ma:list="{B116CC8E-FCD3-4331-849C-1BF4DB8052AE}" ma:internalName="LocOverallPublishStatusLookup" ma:readOnly="true" ma:showField="OverallPublishStatus" ma:web="9d035d7d-02e5-4a00-8b62-9a556aabc7b5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B116CC8E-FCD3-4331-849C-1BF4DB8052AE}" ma:internalName="LocProcessedForHandoffsLookup" ma:readOnly="true" ma:showField="ProcessedForHandoffs" ma:web="9d035d7d-02e5-4a00-8b62-9a556aabc7b5">
      <xsd:simpleType>
        <xsd:restriction base="dms:Lookup"/>
      </xsd:simpleType>
    </xsd:element>
    <xsd:element name="LocProcessedForMarketsLookup" ma:index="82" nillable="true" ma:displayName="Loc Processed For Markets" ma:default="" ma:list="{B116CC8E-FCD3-4331-849C-1BF4DB8052AE}" ma:internalName="LocProcessedForMarketsLookup" ma:readOnly="true" ma:showField="ProcessedForMarkets" ma:web="9d035d7d-02e5-4a00-8b62-9a556aabc7b5">
      <xsd:simpleType>
        <xsd:restriction base="dms:Lookup"/>
      </xsd:simpleType>
    </xsd:element>
    <xsd:element name="LocPublishedDependentAssetsLookup" ma:index="83" nillable="true" ma:displayName="Loc Published Dependent Assets" ma:default="" ma:list="{B116CC8E-FCD3-4331-849C-1BF4DB8052AE}" ma:internalName="LocPublishedDependentAssetsLookup" ma:readOnly="true" ma:showField="PublishedDependentAssets" ma:web="9d035d7d-02e5-4a00-8b62-9a556aabc7b5">
      <xsd:simpleType>
        <xsd:restriction base="dms:Lookup"/>
      </xsd:simpleType>
    </xsd:element>
    <xsd:element name="LocPublishedLinkedAssetsLookup" ma:index="84" nillable="true" ma:displayName="Loc Published Linked Assets" ma:default="" ma:list="{B116CC8E-FCD3-4331-849C-1BF4DB8052AE}" ma:internalName="LocPublishedLinkedAssetsLookup" ma:readOnly="true" ma:showField="PublishedLinkedAssets" ma:web="9d035d7d-02e5-4a00-8b62-9a556aabc7b5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c95181ba-569f-436f-adb3-78c3831fea54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41FC7ADF-4C62-4413-95B2-CDE72C4AD396}" ma:internalName="Markets" ma:readOnly="false" ma:showField="MarketName" ma:web="9d035d7d-02e5-4a00-8b62-9a556aabc7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CD722278-12DA-4BA9-B56C-2624CA46C480}" ma:internalName="NumOfRatingsLookup" ma:readOnly="true" ma:showField="NumOfRatings" ma:web="9d035d7d-02e5-4a00-8b62-9a556aabc7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CD722278-12DA-4BA9-B56C-2624CA46C480}" ma:internalName="PublishStatusLookup" ma:readOnly="false" ma:showField="PublishStatus" ma:web="9d035d7d-02e5-4a00-8b62-9a556aabc7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a34c0026-7bf6-479c-b6e7-24710140ce31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0ef119a3-9350-4d50-81f0-e824a5745f43}" ma:internalName="TaxCatchAll" ma:showField="CatchAllData" ma:web="9d035d7d-02e5-4a00-8b62-9a556aabc7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0ef119a3-9350-4d50-81f0-e824a5745f43}" ma:internalName="TaxCatchAllLabel" ma:readOnly="true" ma:showField="CatchAllDataLabel" ma:web="9d035d7d-02e5-4a00-8b62-9a556aabc7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e8d559-4d54-460d-ba58-5d5027f88b4d" elementFormDefault="qualified">
    <xsd:import namespace="http://schemas.microsoft.com/office/2006/documentManagement/types"/>
    <xsd:import namespace="http://schemas.microsoft.com/office/infopath/2007/PartnerControls"/>
    <xsd:element name="Description0" ma:index="134" nillable="true" ma:displayName="Description" ma:internalName="Description0">
      <xsd:simpleType>
        <xsd:restriction base="dms:Note"/>
      </xsd:simpleType>
    </xsd:element>
    <xsd:element name="Component" ma:index="135" nillable="true" ma:displayName="Component" ma:internalName="Component">
      <xsd:simpleType>
        <xsd:restriction base="dms:Text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27D01581-BEA1-4035-B450-F8E37694645C}">
  <ds:schemaRefs>
    <ds:schemaRef ds:uri="http://schemas.microsoft.com/office/2006/metadata/properties"/>
    <ds:schemaRef ds:uri="http://schemas.microsoft.com/office/infopath/2007/PartnerControls"/>
    <ds:schemaRef ds:uri="9d035d7d-02e5-4a00-8b62-9a556aabc7b5"/>
    <ds:schemaRef ds:uri="91e8d559-4d54-460d-ba58-5d5027f88b4d"/>
  </ds:schemaRefs>
</ds:datastoreItem>
</file>

<file path=customXml/itemProps2.xml><?xml version="1.0" encoding="utf-8"?>
<ds:datastoreItem xmlns:ds="http://schemas.openxmlformats.org/officeDocument/2006/customXml" ds:itemID="{E87F39F3-7B98-4A12-A247-1B95B2DF58F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d035d7d-02e5-4a00-8b62-9a556aabc7b5"/>
    <ds:schemaRef ds:uri="91e8d559-4d54-460d-ba58-5d5027f88b4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9E02540-3540-4149-92D5-1CBCA5F2966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Шаблон оформления с паутиной</Template>
  <TotalTime>78</TotalTime>
  <Words>163</Words>
  <Application>Microsoft Office PowerPoint</Application>
  <PresentationFormat>Экран (4:3)</PresentationFormat>
  <Paragraphs>22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Bookman Old Style</vt:lpstr>
      <vt:lpstr>Calibri</vt:lpstr>
      <vt:lpstr>Tema de Office</vt:lpstr>
      <vt:lpstr>Тема проекта: создание кода на python который шифрует и дешифрует изображения.</vt:lpstr>
      <vt:lpstr>Зачем и какой смысл.</vt:lpstr>
      <vt:lpstr>Использованные программы.</vt:lpstr>
      <vt:lpstr>Как это работает?</vt:lpstr>
      <vt:lpstr>Схема реализации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проекта: создание кода на python который шифрует и дешифрует изображения.</dc:title>
  <dc:creator>Платон</dc:creator>
  <cp:lastModifiedBy>Платон</cp:lastModifiedBy>
  <cp:revision>6</cp:revision>
  <dcterms:created xsi:type="dcterms:W3CDTF">2026-03-18T14:20:02Z</dcterms:created>
  <dcterms:modified xsi:type="dcterms:W3CDTF">2026-03-19T02:21:08Z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0x010100BB2780C3CC07BD4BAA623FF9571645580400D1570604EA743043A2641365C0E91715</vt:lpwstr>
  </property>
  <property fmtid="{D5CDD505-2E9C-101B-9397-08002B2CF9AE}" pid="3" name="ImageGenCounter">
    <vt:i4>0</vt:i4>
  </property>
  <property fmtid="{D5CDD505-2E9C-101B-9397-08002B2CF9AE}" pid="4" name="ImageGenStatus">
    <vt:i4>0</vt:i4>
  </property>
  <property fmtid="{D5CDD505-2E9C-101B-9397-08002B2CF9AE}" pid="5" name="PolicheckStatus">
    <vt:i4>3</vt:i4>
  </property>
  <property fmtid="{D5CDD505-2E9C-101B-9397-08002B2CF9AE}" pid="6" name="Applications">
    <vt:lpwstr>53;#;#407;#</vt:lpwstr>
  </property>
  <property fmtid="{D5CDD505-2E9C-101B-9397-08002B2CF9AE}" pid="7" name="PolicheckCounter">
    <vt:i4>1</vt:i4>
  </property>
  <property fmtid="{D5CDD505-2E9C-101B-9397-08002B2CF9AE}" pid="8" name="ImageGenTimestamp">
    <vt:filetime>2011-01-19T13:01:52Z</vt:filetime>
  </property>
  <property fmtid="{D5CDD505-2E9C-101B-9397-08002B2CF9AE}" pid="9" name="PolicheckTimestamp">
    <vt:filetime>2011-04-28T14:54:55Z</vt:filetime>
  </property>
</Properties>
</file>